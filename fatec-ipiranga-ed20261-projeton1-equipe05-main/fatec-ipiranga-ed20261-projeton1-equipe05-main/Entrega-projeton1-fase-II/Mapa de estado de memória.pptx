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61afbfa01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61afbfa01_3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d5eb6fc37a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d5eb6fc37a_2_9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5eb6fc37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d5eb6fc37a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5eb6fc37a_2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d5eb6fc37a_2_9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5eb6fc37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d5eb6fc37a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5eb6fc37a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5eb6fc37a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5eb6fc37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5eb6fc37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5eb6fc37a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5eb6fc37a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5eb6fc37a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5eb6fc37a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5eb6fc37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5eb6fc37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d61afbfa01_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d61afbfa01_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61afbfa01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61afbfa01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d61afbfa01_3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d61afbfa01_3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61afbfa01_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61afbfa01_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d61afbfa01_3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d61afbfa01_3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61afbfa01_3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61afbfa01_3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d61afbfa01_3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d61afbfa01_3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61afbfa01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d61afbfa01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61afbfa01_3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61afbfa01_3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d61afbfa01_3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d61afbfa01_3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61afbfa01_3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d61afbfa01_3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d5eb6fc37a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g3d5eb6fc37a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22.png"/><Relationship Id="rId5" Type="http://schemas.openxmlformats.org/officeDocument/2006/relationships/image" Target="../media/image2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4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png"/><Relationship Id="rId4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12.png"/><Relationship Id="rId5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11.png"/><Relationship Id="rId5" Type="http://schemas.openxmlformats.org/officeDocument/2006/relationships/image" Target="../media/image17.png"/><Relationship Id="rId6" Type="http://schemas.openxmlformats.org/officeDocument/2006/relationships/image" Target="../media/image22.png"/><Relationship Id="rId7" Type="http://schemas.openxmlformats.org/officeDocument/2006/relationships/image" Target="../media/image12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29" y="551330"/>
            <a:ext cx="3892099" cy="4040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38628" y="1711825"/>
            <a:ext cx="4852973" cy="20945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29" y="551330"/>
            <a:ext cx="3892099" cy="4040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9528" y="1581175"/>
            <a:ext cx="4852971" cy="206958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7" name="Google Shape;137;p26"/>
          <p:cNvCxnSpPr/>
          <p:nvPr/>
        </p:nvCxnSpPr>
        <p:spPr>
          <a:xfrm>
            <a:off x="1209200" y="645925"/>
            <a:ext cx="3318300" cy="1040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29" y="551330"/>
            <a:ext cx="3892099" cy="40408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7"/>
          <p:cNvCxnSpPr/>
          <p:nvPr/>
        </p:nvCxnSpPr>
        <p:spPr>
          <a:xfrm flipH="1" rot="10800000">
            <a:off x="1640525" y="1640525"/>
            <a:ext cx="2620800" cy="9747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4" name="Google Shape;14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64778" y="1169125"/>
            <a:ext cx="4852972" cy="2068922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4123500" y="210950"/>
            <a:ext cx="4762800" cy="9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5113"/>
            <a:ext cx="4411525" cy="3650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100" y="1371700"/>
            <a:ext cx="4935899" cy="21173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2" name="Google Shape;152;p28"/>
          <p:cNvCxnSpPr/>
          <p:nvPr/>
        </p:nvCxnSpPr>
        <p:spPr>
          <a:xfrm>
            <a:off x="3718800" y="1078000"/>
            <a:ext cx="919800" cy="571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68097"/>
            <a:ext cx="3392525" cy="280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/>
        </p:nvSpPr>
        <p:spPr>
          <a:xfrm>
            <a:off x="4493225" y="602425"/>
            <a:ext cx="4411500" cy="9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inserir_texto() chama salvar_estado() que chama push(&amp;topo_historico, texto). push() executa malloc(sizeof(No)) e aloca o Nó 1 no HEAP. O nó recebe uma cópia do estado atual de texto[] (string vazia "").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9" name="Google Shape;159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35100" y="1832550"/>
            <a:ext cx="5169624" cy="204779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9"/>
          <p:cNvCxnSpPr/>
          <p:nvPr/>
        </p:nvCxnSpPr>
        <p:spPr>
          <a:xfrm>
            <a:off x="2308075" y="1769725"/>
            <a:ext cx="1405200" cy="24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126" y="551659"/>
            <a:ext cx="3732148" cy="3677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40624" y="1662225"/>
            <a:ext cx="4921925" cy="196624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30"/>
          <p:cNvCxnSpPr/>
          <p:nvPr/>
        </p:nvCxnSpPr>
        <p:spPr>
          <a:xfrm flipH="1" rot="10800000">
            <a:off x="2528275" y="2162050"/>
            <a:ext cx="3229200" cy="850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" name="Google Shape;168;p30"/>
          <p:cNvSpPr txBox="1"/>
          <p:nvPr/>
        </p:nvSpPr>
        <p:spPr>
          <a:xfrm>
            <a:off x="4493225" y="602425"/>
            <a:ext cx="44115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De volta em inserir_texto(): strcat() concatena "Oi" ao final de texto[]. texto[] passa a conter "Oi\0". Modificação no segmento global (DATA).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126" y="551659"/>
            <a:ext cx="3732148" cy="367744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1"/>
          <p:cNvSpPr txBox="1"/>
          <p:nvPr/>
        </p:nvSpPr>
        <p:spPr>
          <a:xfrm>
            <a:off x="4493225" y="602425"/>
            <a:ext cx="44115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limpar_pilha() verifica: *topo == NULL → o while não executa. Nenhum nó é liberado. inserir_texto() retorna. Volta ao loop while(1) do main().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5" name="Google Shape;17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77450" y="1628450"/>
            <a:ext cx="4804124" cy="188660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6" name="Google Shape;176;p31"/>
          <p:cNvCxnSpPr/>
          <p:nvPr/>
        </p:nvCxnSpPr>
        <p:spPr>
          <a:xfrm>
            <a:off x="2604125" y="1141150"/>
            <a:ext cx="5415300" cy="1627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2"/>
          <p:cNvSpPr txBox="1"/>
          <p:nvPr/>
        </p:nvSpPr>
        <p:spPr>
          <a:xfrm>
            <a:off x="4493225" y="602425"/>
            <a:ext cx="44115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O menu é exibido novamente mostrando TEXTO ATUAL: "Oi". O usuário escolhe 2. opcao na stack recebe o valor 2.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9578" y="1943625"/>
            <a:ext cx="4852971" cy="1911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129" y="551330"/>
            <a:ext cx="3892099" cy="404084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4" name="Google Shape;184;p32"/>
          <p:cNvCxnSpPr/>
          <p:nvPr/>
        </p:nvCxnSpPr>
        <p:spPr>
          <a:xfrm flipH="1" rot="10800000">
            <a:off x="1833375" y="2218075"/>
            <a:ext cx="2377500" cy="1107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3"/>
          <p:cNvSpPr txBox="1"/>
          <p:nvPr/>
        </p:nvSpPr>
        <p:spPr>
          <a:xfrm>
            <a:off x="4109975" y="602425"/>
            <a:ext cx="48531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apagar_digito() calcula strlen(texto)=2 (chars "O" e "i"). Como tamanho &gt; 0, chama salvar_estado() → push() → malloc() cria No2 no heap. No2.estado recebe cópia de texto[] ("Oi"). No2.proximo → No1.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05700" y="1715775"/>
            <a:ext cx="4953626" cy="18583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1" name="Google Shape;191;p33"/>
          <p:cNvGrpSpPr/>
          <p:nvPr/>
        </p:nvGrpSpPr>
        <p:grpSpPr>
          <a:xfrm>
            <a:off x="129126" y="960363"/>
            <a:ext cx="3593874" cy="3222775"/>
            <a:chOff x="94126" y="551326"/>
            <a:chExt cx="3593874" cy="3222775"/>
          </a:xfrm>
        </p:grpSpPr>
        <p:pic>
          <p:nvPicPr>
            <p:cNvPr id="192" name="Google Shape;192;p3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4126" y="551326"/>
              <a:ext cx="3104149" cy="3222775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3" name="Google Shape;193;p33"/>
            <p:cNvCxnSpPr/>
            <p:nvPr/>
          </p:nvCxnSpPr>
          <p:spPr>
            <a:xfrm flipH="1" rot="10800000">
              <a:off x="1921600" y="1712388"/>
              <a:ext cx="1766400" cy="1095300"/>
            </a:xfrm>
            <a:prstGeom prst="straightConnector1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/>
        </p:nvSpPr>
        <p:spPr>
          <a:xfrm>
            <a:off x="4109975" y="602425"/>
            <a:ext cx="47946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texto[1] recebe \0. O "i" é apagado logicamente. texto[] agora contém apenas "O\0". Modificação no segmento global.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600" y="1480551"/>
            <a:ext cx="3086521" cy="1955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9071" y="1351925"/>
            <a:ext cx="5702078" cy="21238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1" name="Google Shape;201;p34"/>
          <p:cNvCxnSpPr/>
          <p:nvPr/>
        </p:nvCxnSpPr>
        <p:spPr>
          <a:xfrm flipH="1" rot="10800000">
            <a:off x="1916100" y="1816625"/>
            <a:ext cx="4067400" cy="1383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5"/>
          <p:cNvSpPr txBox="1"/>
          <p:nvPr/>
        </p:nvSpPr>
        <p:spPr>
          <a:xfrm>
            <a:off x="4109975" y="602425"/>
            <a:ext cx="47946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Menu exibido com TEXTO ATUAL: "O". Usuário escolhe a opcao 3.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26" y="1050527"/>
            <a:ext cx="2930450" cy="3042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87750" y="1561225"/>
            <a:ext cx="5503850" cy="20784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9" name="Google Shape;209;p35"/>
          <p:cNvCxnSpPr/>
          <p:nvPr/>
        </p:nvCxnSpPr>
        <p:spPr>
          <a:xfrm flipH="1" rot="10800000">
            <a:off x="1562650" y="2028825"/>
            <a:ext cx="2045700" cy="136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/>
          <p:nvPr/>
        </p:nvSpPr>
        <p:spPr>
          <a:xfrm>
            <a:off x="4109975" y="602425"/>
            <a:ext cx="47946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desfazer() chama push(&amp;topo_refazer, texto) para salvar o estado atual ("O") na pilha de refazer. malloc() cria No3. No3.estado = "O". No3.proximo = NULL. topo_refazer → No3.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5" name="Google Shape;215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" y="1636648"/>
            <a:ext cx="3279905" cy="207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2757" y="1688013"/>
            <a:ext cx="5245155" cy="19756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7" name="Google Shape;217;p36"/>
          <p:cNvCxnSpPr/>
          <p:nvPr/>
        </p:nvCxnSpPr>
        <p:spPr>
          <a:xfrm>
            <a:off x="2004875" y="3064650"/>
            <a:ext cx="2461800" cy="258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7"/>
          <p:cNvSpPr txBox="1"/>
          <p:nvPr/>
        </p:nvSpPr>
        <p:spPr>
          <a:xfrm>
            <a:off x="4109975" y="602425"/>
            <a:ext cx="47946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pop() copia No2.estado ("Oi") para texto[]. topo_historico avança para No1. No2 é liberado com free(). texto[] restaurado para "Oi". Undo concluído.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3" name="Google Shape;2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732" y="1583913"/>
            <a:ext cx="5191891" cy="197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" y="1200750"/>
            <a:ext cx="2676424" cy="26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5" name="Google Shape;225;p37"/>
          <p:cNvCxnSpPr/>
          <p:nvPr/>
        </p:nvCxnSpPr>
        <p:spPr>
          <a:xfrm>
            <a:off x="1797325" y="2863025"/>
            <a:ext cx="1687200" cy="285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/>
          <p:nvPr/>
        </p:nvSpPr>
        <p:spPr>
          <a:xfrm>
            <a:off x="4109975" y="602425"/>
            <a:ext cx="47946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Menu exibido com TEXTO ATUAL: "Oi". Usuário escolhe 4. opcao = 4.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7650" y="1408825"/>
            <a:ext cx="5631760" cy="213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101" y="955252"/>
            <a:ext cx="2930450" cy="3042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3" name="Google Shape;233;p38"/>
          <p:cNvCxnSpPr/>
          <p:nvPr/>
        </p:nvCxnSpPr>
        <p:spPr>
          <a:xfrm flipH="1" rot="10800000">
            <a:off x="1576450" y="1881025"/>
            <a:ext cx="1989300" cy="1658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50654" y="2125900"/>
            <a:ext cx="5664796" cy="21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9"/>
          <p:cNvSpPr txBox="1"/>
          <p:nvPr/>
        </p:nvSpPr>
        <p:spPr>
          <a:xfrm>
            <a:off x="3199850" y="392050"/>
            <a:ext cx="596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refazer() chama push(&amp;topo_historico, texto) para salvar o estado atual ("Oi") no histórico. malloc() cria No4. No4.estado = "Oi". No4.proximo → No1. topo_historico → No4.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" y="1503487"/>
            <a:ext cx="3199851" cy="896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" y="2464853"/>
            <a:ext cx="2930450" cy="2532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2" name="Google Shape;242;p39"/>
          <p:cNvCxnSpPr>
            <a:stCxn id="240" idx="3"/>
          </p:cNvCxnSpPr>
          <p:nvPr/>
        </p:nvCxnSpPr>
        <p:spPr>
          <a:xfrm>
            <a:off x="3199854" y="1951797"/>
            <a:ext cx="2178600" cy="521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3" name="Google Shape;243;p39"/>
          <p:cNvCxnSpPr/>
          <p:nvPr/>
        </p:nvCxnSpPr>
        <p:spPr>
          <a:xfrm flipH="1" rot="10800000">
            <a:off x="2930454" y="4054172"/>
            <a:ext cx="1421400" cy="84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0"/>
          <p:cNvSpPr txBox="1"/>
          <p:nvPr/>
        </p:nvSpPr>
        <p:spPr>
          <a:xfrm>
            <a:off x="3199850" y="392050"/>
            <a:ext cx="596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pop() copia No3.estado ("O") para texto[]. topo_refazer avança para NULL. No3 é liberado com free(). texto[] = "O". Redo concluído.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13475" y="1658425"/>
            <a:ext cx="5739899" cy="219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00" y="1438750"/>
            <a:ext cx="2676424" cy="26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40"/>
          <p:cNvCxnSpPr/>
          <p:nvPr/>
        </p:nvCxnSpPr>
        <p:spPr>
          <a:xfrm>
            <a:off x="2153325" y="1787650"/>
            <a:ext cx="3358200" cy="231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/>
        </p:nvSpPr>
        <p:spPr>
          <a:xfrm>
            <a:off x="3199850" y="392050"/>
            <a:ext cx="5966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Menu exibido com TEXTO ATUAL: "O". Usuário escolhe opcao 5.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94236" y="2571750"/>
            <a:ext cx="5596038" cy="214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710047"/>
            <a:ext cx="3186981" cy="26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9" name="Google Shape;259;p41"/>
          <p:cNvCxnSpPr/>
          <p:nvPr/>
        </p:nvCxnSpPr>
        <p:spPr>
          <a:xfrm>
            <a:off x="1250275" y="2297100"/>
            <a:ext cx="2162100" cy="462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/>
        </p:nvSpPr>
        <p:spPr>
          <a:xfrm>
            <a:off x="3199850" y="392050"/>
            <a:ext cx="596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limpar_pilha() percorre a lista do histórico chamando pop() em cada nó. free(No4) depois free(No1). topo_historico = NULL. Heap: só refazer (vazio).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5475" y="2851000"/>
            <a:ext cx="5278475" cy="200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2400" y="991162"/>
            <a:ext cx="3208201" cy="31611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7" name="Google Shape;267;p42"/>
          <p:cNvCxnSpPr/>
          <p:nvPr/>
        </p:nvCxnSpPr>
        <p:spPr>
          <a:xfrm>
            <a:off x="2280450" y="2435800"/>
            <a:ext cx="2775900" cy="601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/>
        </p:nvSpPr>
        <p:spPr>
          <a:xfrm>
            <a:off x="3199850" y="392050"/>
            <a:ext cx="596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topo_refazer já era NULL. O while não executa nenhuma iteração. HEAP completamente vazio. Toda a memória dinâmica foi liberada.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0050" y="2571743"/>
            <a:ext cx="5966400" cy="2324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412" y="1108423"/>
            <a:ext cx="4258351" cy="119322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5" name="Google Shape;275;p43"/>
          <p:cNvCxnSpPr>
            <a:stCxn id="274" idx="3"/>
            <a:endCxn id="273" idx="0"/>
          </p:cNvCxnSpPr>
          <p:nvPr/>
        </p:nvCxnSpPr>
        <p:spPr>
          <a:xfrm>
            <a:off x="4328763" y="1705037"/>
            <a:ext cx="1484400" cy="866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4"/>
          <p:cNvSpPr txBox="1"/>
          <p:nvPr/>
        </p:nvSpPr>
        <p:spPr>
          <a:xfrm>
            <a:off x="3199850" y="392050"/>
            <a:ext cx="5966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Mensagens finais impressas no terminal. Heap vazio. Apenas stack de main() e variáveis globais ainda existem.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1225" y="2406200"/>
            <a:ext cx="5966400" cy="229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44"/>
          <p:cNvPicPr preferRelativeResize="0"/>
          <p:nvPr/>
        </p:nvPicPr>
        <p:blipFill rotWithShape="1">
          <a:blip r:embed="rId4">
            <a:alphaModFix/>
          </a:blip>
          <a:srcRect b="37119" l="0" r="0" t="38228"/>
          <a:stretch/>
        </p:blipFill>
        <p:spPr>
          <a:xfrm>
            <a:off x="13" y="1800675"/>
            <a:ext cx="2676424" cy="65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44"/>
          <p:cNvPicPr preferRelativeResize="0"/>
          <p:nvPr/>
        </p:nvPicPr>
        <p:blipFill rotWithShape="1">
          <a:blip r:embed="rId5">
            <a:alphaModFix/>
          </a:blip>
          <a:srcRect b="39283" l="0" r="8667" t="48307"/>
          <a:stretch/>
        </p:blipFill>
        <p:spPr>
          <a:xfrm>
            <a:off x="0" y="2636975"/>
            <a:ext cx="2676400" cy="31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5"/>
          <p:cNvSpPr txBox="1"/>
          <p:nvPr/>
        </p:nvSpPr>
        <p:spPr>
          <a:xfrm>
            <a:off x="3199850" y="392050"/>
            <a:ext cx="59664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main() retorna 0 ao SO. Frame de main() destruído (opcao e entrada[] somem da stack). Segmento DATA (texto[], topo_historico, topo_refazer) liberado pelo SO. Processo encerrado. Toda a memória devolvida ao sistema.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9" name="Google Shape;28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225" y="1908450"/>
            <a:ext cx="5462176" cy="20724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0" name="Google Shape;290;p45"/>
          <p:cNvGrpSpPr/>
          <p:nvPr/>
        </p:nvGrpSpPr>
        <p:grpSpPr>
          <a:xfrm>
            <a:off x="81225" y="801777"/>
            <a:ext cx="2930451" cy="3863966"/>
            <a:chOff x="1067150" y="308827"/>
            <a:chExt cx="2930451" cy="3863966"/>
          </a:xfrm>
        </p:grpSpPr>
        <p:pic>
          <p:nvPicPr>
            <p:cNvPr id="291" name="Google Shape;291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67151" y="308827"/>
              <a:ext cx="2930450" cy="304244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4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1067150" y="1747865"/>
              <a:ext cx="2930450" cy="242492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3" name="Google Shape;293;p45"/>
          <p:cNvCxnSpPr/>
          <p:nvPr/>
        </p:nvCxnSpPr>
        <p:spPr>
          <a:xfrm flipH="1" rot="10800000">
            <a:off x="1019825" y="3847625"/>
            <a:ext cx="2232000" cy="6324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46"/>
          <p:cNvPicPr preferRelativeResize="0"/>
          <p:nvPr/>
        </p:nvPicPr>
        <p:blipFill rotWithShape="1">
          <a:blip r:embed="rId3">
            <a:alphaModFix/>
          </a:blip>
          <a:srcRect b="0" l="0" r="5249" t="0"/>
          <a:stretch/>
        </p:blipFill>
        <p:spPr>
          <a:xfrm>
            <a:off x="0" y="0"/>
            <a:ext cx="2776724" cy="253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532400"/>
            <a:ext cx="2776724" cy="26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76734" y="0"/>
            <a:ext cx="3581987" cy="2269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76725" y="2269870"/>
            <a:ext cx="3581987" cy="1003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58701" y="0"/>
            <a:ext cx="2776724" cy="2882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58700" y="2231720"/>
            <a:ext cx="2776724" cy="22977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